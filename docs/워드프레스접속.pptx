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598521-6957-C57E-F1B5-5FBDBB57B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E09409-FEE4-A70F-9097-48E342439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9C93D9-A101-6A30-EA88-A2F5A015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065AEF-DCC2-0935-FEDF-EEEE48A8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6CD906-3742-2AED-07ED-E7FC2AF6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93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EC53A-FE12-D459-3718-1D417461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F4297-9778-5362-D987-699C02536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DFC245-585E-849E-E489-A7276CB2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743AC4-B762-7F06-3177-868F8020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D59766-689B-B375-3D43-643DD13B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712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10199-DEA6-7458-A734-750155BC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DE08CA-C070-8399-5D7F-FBBA6D55D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25A01B-F351-3ECF-7CF9-820BA1BA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F88682-7358-0D00-FD81-DFF09594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5033F2-FE28-9B2D-5500-3F1BC698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3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668E7-7CA8-51A9-70DF-7E3482B7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F4F848-7898-ACDA-E0BE-16684AA23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EE7230-2873-26F0-0915-CE15762FC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62FE85-4394-5A0F-1373-D905566F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821E2E-CDD1-65C0-C074-6DCF9C15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CC60DA-7222-F4C5-4135-A3536C5F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89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DEC16B-D0DB-E3B9-96A4-D03791CD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5A1821-7E3E-EFAD-6E25-66ABB7B92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191EA8-5774-C035-C443-F0D2B40AC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3E23155-A8DF-32D2-7C06-B5FE429B2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17B824-9C9E-7E61-9342-60000540C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1D097F-111F-44F6-DD8B-7B7738BC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8C28FB-4F35-A2FC-7B33-4CE8681C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DC3A10-0F74-AF3F-B360-88A3F3FD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6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A86520-A3F6-9CEE-6833-7C6CEB6D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B83DBB-17B6-F601-5523-8226AD31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B24766-1B1B-B230-2CC0-B18AFD8F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2A1588-D8CA-184A-5C86-6D1257EC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92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35E96B-C028-4FF6-F7D4-5BB67E13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988536-F8F5-1483-BF2C-140FFF19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FDE258-00BD-14FF-875B-574D33D2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37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57E84A-08CE-957A-4B86-58D77D36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3C8670-3375-3A16-AEB3-A1ACD642D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AB07B1-96D1-ED15-AE14-C4EFEC8B1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B2DF37-3B13-61DF-767B-B3BA7F3B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B20241-02A9-28C8-01F7-EAC038B6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F8A6BB-87A9-0EDB-B44D-B38D6ABD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89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56702-F587-0FB8-FA3F-9A215044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A09A16C-1F09-7DA7-F383-505739D8E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6D49C0-FC04-A5C9-3372-93817DF8B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AD982-1571-C79A-4B47-A2E129FE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C62624-8022-DFA8-3FE4-D5C82D76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114C31-ADA2-5D0B-183A-79D86396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69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F0C7D3-0706-226C-9B89-7C268CFF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B86AA3-0453-EF89-8A0E-C1DDEF05D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92E2A7-4581-DDA3-738C-8FD71FA8C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F1418B-14D7-00DC-4FB2-A671C190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E046E8-6952-0082-9DF0-51CAF313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80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9CA8F1-CE83-9CB9-D01B-60E8D28F4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39D3D1-E51F-9093-0303-455B58257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35907-16D7-B391-4714-C3E60409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4A231D-2D3A-88D2-E241-E9612B37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7102BA-5DDE-1E6A-CA74-5A7C5E6A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353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9E35D58-40E7-2AA5-134B-02E769A6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F00FDD-ABF0-1968-1FD4-DD26CDD8C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C94BF2-284B-57BE-B3B3-E5792F0C6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EB2FA-C2E0-46B5-8AAA-D221026E907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4C8147-424F-00AF-609F-A0935AAED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14A966-B590-57F7-57CC-C39AABEE1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46F00-41FF-4FC6-BEB0-E24B958CA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41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2AC3D73-94E5-6A77-CCDD-40BF60A1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60" y="0"/>
            <a:ext cx="9435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1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洪 壯杓</dc:creator>
  <cp:lastModifiedBy>洪 壯杓</cp:lastModifiedBy>
  <cp:revision>1</cp:revision>
  <dcterms:created xsi:type="dcterms:W3CDTF">2026-09-07T21:37:39Z</dcterms:created>
  <dcterms:modified xsi:type="dcterms:W3CDTF">2026-09-07T21:38:25Z</dcterms:modified>
</cp:coreProperties>
</file>